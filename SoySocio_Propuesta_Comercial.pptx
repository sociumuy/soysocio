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31920" y="685800"/>
            <a:ext cx="1280160" cy="1463040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931920" y="1920240"/>
            <a:ext cx="1280160" cy="777240"/>
          </a:xfrm>
          <a:prstGeom prst="ellipse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931920" y="82296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CC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97280" y="30175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spc="10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SOYSOCIO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097280" y="374904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100" kern="0" dirty="0">
                <a:solidFill>
                  <a:srgbClr val="B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plataforma exclusiva para socios de clubs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466344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Montevideo, Uruguay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problema hoy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10241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clubs gestionan todo por separado — y los socios lo sienten.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47472" y="1600200"/>
            <a:ext cx="265176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1600200"/>
            <a:ext cx="2651760" cy="54864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B897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24871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centralización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944368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 por WhatsApp, cuotas por transferencia, noticias por email. Todo disperso, nada integrado.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600200"/>
            <a:ext cx="265176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600200"/>
            <a:ext cx="2651760" cy="54864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01568" y="1828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B897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01568" y="24871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manual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01568" y="2944368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personal administra turnos, cobros y consultas sin ningún sistema digitalizado.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53328" y="1600200"/>
            <a:ext cx="265176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53328" y="1600200"/>
            <a:ext cx="2651760" cy="54864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54496" y="1828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B897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254496" y="24871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identidad digital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54496" y="2944368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club no tiene presencia digital propia donde el socio sienta que pertenece a algo.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7724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spc="5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SOYSOCIO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508760"/>
            <a:ext cx="1463040" cy="0"/>
          </a:xfrm>
          <a:prstGeom prst="line">
            <a:avLst/>
          </a:prstGeom>
          <a:noFill/>
          <a:ln w="19050">
            <a:solidFill>
              <a:srgbClr val="B897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737360"/>
            <a:ext cx="3474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plataforma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privada que tu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club merece.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324612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EA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socio accede a una app exclusiva del club — con su identidad, sus servicios y su comunidad en un solo lugar.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26280" y="630936"/>
            <a:ext cx="146304" cy="146304"/>
          </a:xfrm>
          <a:prstGeom prst="ellipse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5029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con identidad propia del club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8686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EA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Colores, escudo y nombre del club en cada pantalla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26280" y="1371600"/>
            <a:ext cx="4297680" cy="0"/>
          </a:xfrm>
          <a:prstGeom prst="line">
            <a:avLst/>
          </a:prstGeom>
          <a:noFill/>
          <a:ln w="9525">
            <a:solidFill>
              <a:srgbClr val="2727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1709928"/>
            <a:ext cx="146304" cy="146304"/>
          </a:xfrm>
          <a:prstGeom prst="ellipse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58191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privado por socio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94767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EA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miembro ingresa con su usuario personal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26280" y="2450592"/>
            <a:ext cx="4297680" cy="0"/>
          </a:xfrm>
          <a:prstGeom prst="line">
            <a:avLst/>
          </a:prstGeom>
          <a:noFill/>
          <a:ln w="9525">
            <a:solidFill>
              <a:srgbClr val="2727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26280" y="2788920"/>
            <a:ext cx="146304" cy="146304"/>
          </a:xfrm>
          <a:prstGeom prst="ellipse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66090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en un solo lugar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302666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EA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Reservas, tienda, noticias y más — integrados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26280" y="3529584"/>
            <a:ext cx="4297680" cy="0"/>
          </a:xfrm>
          <a:prstGeom prst="line">
            <a:avLst/>
          </a:prstGeom>
          <a:noFill/>
          <a:ln w="9525">
            <a:solidFill>
              <a:srgbClr val="27272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26280" y="3867912"/>
            <a:ext cx="146304" cy="146304"/>
          </a:xfrm>
          <a:prstGeom prst="ellipse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73989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trabajo extra para el club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410565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EA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plataforma se gestiona con mínima intervención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Funcionalidades clave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10241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tres funcionalidades que generan valor real desde el primer día.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47472" y="1600200"/>
            <a:ext cx="2651760" cy="315468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783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B897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del Socio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907792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EA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socio crea su perfil privado. Ve su estado de cuota, historial, reservas y pedidos. Su identidad digital dentro del club.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31596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" kern="0" dirty="0">
                <a:solidFill>
                  <a:srgbClr val="B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 ·  Perfil  ·  Cuotas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1600200"/>
            <a:ext cx="265176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01568" y="1783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B897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401568" y="24231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Reservas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01568" y="2907792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 de gimnasio, canchas y pileta desde el celular. Disponibilidad en tiempo real, sin llamadas ni WhatsApp.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01568" y="431596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" kern="0" dirty="0">
                <a:solidFill>
                  <a:srgbClr val="B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Turnos online  ·  Confirmación automática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53328" y="1600200"/>
            <a:ext cx="265176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54496" y="1783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B897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254496" y="24231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 Oficial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54496" y="2907792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club vende su merchandising directamente a sus socios. Camisetas, gorras y accesorios con identidad del club.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54496" y="431596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" kern="0" dirty="0">
                <a:solidFill>
                  <a:srgbClr val="B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 ·  Carrito  ·  Pedidos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funciona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10241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para el club, poderoso para los socios.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115568" y="1691640"/>
            <a:ext cx="640080" cy="640080"/>
          </a:xfrm>
          <a:prstGeom prst="ellipse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97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801368" y="2011680"/>
            <a:ext cx="713232" cy="0"/>
          </a:xfrm>
          <a:prstGeom prst="line">
            <a:avLst/>
          </a:prstGeom>
          <a:noFill/>
          <a:ln w="12700">
            <a:solidFill>
              <a:srgbClr val="B8975A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5146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Cerramos el acuerdo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035808"/>
            <a:ext cx="1965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reunión. Definimos funcionalidades, identidad visual y plan de implementación.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64408" y="1691640"/>
            <a:ext cx="640080" cy="640080"/>
          </a:xfrm>
          <a:prstGeom prst="ellipse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64408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97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950208" y="2011680"/>
            <a:ext cx="713232" cy="0"/>
          </a:xfrm>
          <a:prstGeom prst="line">
            <a:avLst/>
          </a:prstGeom>
          <a:noFill/>
          <a:ln w="12700">
            <a:solidFill>
              <a:srgbClr val="B8975A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25146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Configuramos la app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06040" y="3035808"/>
            <a:ext cx="1965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pocos días la plataforma está lista con los colores, escudo y nombre del club.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13248" y="1691640"/>
            <a:ext cx="640080" cy="640080"/>
          </a:xfrm>
          <a:prstGeom prst="ellipse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13248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97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099048" y="2011680"/>
            <a:ext cx="713232" cy="0"/>
          </a:xfrm>
          <a:prstGeom prst="line">
            <a:avLst/>
          </a:prstGeom>
          <a:noFill/>
          <a:ln w="12700">
            <a:solidFill>
              <a:srgbClr val="B8975A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25146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socios acceden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3035808"/>
            <a:ext cx="1965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socio crea su perfil. El club empieza a operar digitalmente desde el día uno.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562088" y="1691640"/>
            <a:ext cx="640080" cy="640080"/>
          </a:xfrm>
          <a:prstGeom prst="ellipse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62088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97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03720" y="25146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continuo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03720" y="3035808"/>
            <a:ext cx="1965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Nosotros mantenemos la plataforma. El club no se preocupa por nada técnico.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77724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¿Por qué ahora</a:t>
            </a:r>
            <a:endParaRPr lang="en-US" sz="3400" dirty="0"/>
          </a:p>
          <a:p>
            <a:pPr algn="l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Uruguay?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423160"/>
            <a:ext cx="1828800" cy="0"/>
          </a:xfrm>
          <a:prstGeom prst="line">
            <a:avLst/>
          </a:prstGeom>
          <a:noFill/>
          <a:ln w="19050">
            <a:solidFill>
              <a:srgbClr val="B897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633472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EA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Uruguay tiene una cultura de club social única en la región — y ningún competidor serio en el espacio digital de membresías.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937760" y="594360"/>
            <a:ext cx="3749040" cy="1234440"/>
          </a:xfrm>
          <a:prstGeom prst="rect">
            <a:avLst/>
          </a:prstGeom>
          <a:solidFill>
            <a:srgbClr val="1A1A1A"/>
          </a:solidFill>
          <a:ln w="12700">
            <a:solidFill>
              <a:srgbClr val="27272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66360" y="6858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>
                <a:solidFill>
                  <a:srgbClr val="B897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+500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166360" y="13441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EA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clubs activos en Uruguay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37760" y="2039112"/>
            <a:ext cx="3749040" cy="1234440"/>
          </a:xfrm>
          <a:prstGeom prst="rect">
            <a:avLst/>
          </a:prstGeom>
          <a:solidFill>
            <a:srgbClr val="1A1A1A"/>
          </a:solidFill>
          <a:ln w="12700">
            <a:solidFill>
              <a:srgbClr val="27272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166360" y="213055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>
                <a:solidFill>
                  <a:srgbClr val="B897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5166360" y="27889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EA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competidores directos conocidos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37760" y="3483864"/>
            <a:ext cx="3749040" cy="1234440"/>
          </a:xfrm>
          <a:prstGeom prst="rect">
            <a:avLst/>
          </a:prstGeom>
          <a:solidFill>
            <a:srgbClr val="1A1A1A"/>
          </a:solidFill>
          <a:ln w="12700">
            <a:solidFill>
              <a:srgbClr val="27272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166360" y="357530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>
                <a:solidFill>
                  <a:srgbClr val="B897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USD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5166360" y="423367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EA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estable, precios en dólares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gana el club?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10241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concreto desde el primer mes.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47472" y="1572768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1572768"/>
            <a:ext cx="64008" cy="1463040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719072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nuevos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2121408"/>
            <a:ext cx="2304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tienda de merchandising genera ventas directas. El club cobra sin intermediarios.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572768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572768"/>
            <a:ext cx="64008" cy="1463040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19856" y="1719072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carga operativa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19856" y="2121408"/>
            <a:ext cx="2304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reservas se gestionan solas. El personal deja de responder consultas repetidas.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53328" y="1572768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53328" y="1572768"/>
            <a:ext cx="64008" cy="1463040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72784" y="1719072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Fidelización real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72784" y="2121408"/>
            <a:ext cx="2304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socio usa la app a diario. Su vínculo con el club se fortalece.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218688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7472" y="3218688"/>
            <a:ext cx="64008" cy="1463040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364992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premium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6928" y="3767328"/>
            <a:ext cx="2304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club proyecta modernidad y exclusividad. Atrae y retiene socios.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3218688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3218688"/>
            <a:ext cx="64008" cy="1463040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19856" y="3364992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propios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19856" y="3767328"/>
            <a:ext cx="2304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club sabe qué usan sus socios, cuándo y cómo — para tomar mejores decisiones.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53328" y="3218688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53328" y="3218688"/>
            <a:ext cx="64008" cy="1463040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72784" y="3364992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preocupaciones técnicas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72784" y="3767328"/>
            <a:ext cx="2304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SoySocio se encarga del mantenimiento, updates y soporte.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Inversión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10241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precio fijo mensual, sin sorpresas ni costos ocultos.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572768"/>
            <a:ext cx="4846320" cy="320040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874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B897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" y="2212848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1.500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685800" y="33101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AEA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3794760"/>
            <a:ext cx="4206240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91363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costo de implementación  ·  Sin permanencia mínima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23560" y="15727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23560" y="2167128"/>
            <a:ext cx="137160" cy="137160"/>
          </a:xfrm>
          <a:prstGeom prst="ellipse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88736" y="208483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con identidad exclusiva del club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23560" y="2569464"/>
            <a:ext cx="137160" cy="137160"/>
          </a:xfrm>
          <a:prstGeom prst="ellipse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88736" y="248716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privado para socios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23560" y="2971800"/>
            <a:ext cx="137160" cy="137160"/>
          </a:xfrm>
          <a:prstGeom prst="ellipse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88736" y="2889504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reservas de instalaciones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23560" y="3374136"/>
            <a:ext cx="137160" cy="137160"/>
          </a:xfrm>
          <a:prstGeom prst="ellipse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88736" y="32918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 de merchandising oficial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23560" y="3776472"/>
            <a:ext cx="137160" cy="137160"/>
          </a:xfrm>
          <a:prstGeom prst="ellipse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88736" y="3694176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administración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23560" y="4178808"/>
            <a:ext cx="137160" cy="137160"/>
          </a:xfrm>
          <a:prstGeom prst="ellipse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88736" y="409651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y mantenimiento incluidos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23560" y="4581144"/>
            <a:ext cx="137160" cy="137160"/>
          </a:xfrm>
          <a:prstGeom prst="ellipse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88736" y="449884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Actualizaciones sin costo adicional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siguiente paso</a:t>
            </a:r>
            <a:endParaRPr lang="en-US" sz="4400" dirty="0"/>
          </a:p>
          <a:p>
            <a:pPr algn="l"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 una conversación.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914400" y="2788920"/>
            <a:ext cx="2286000" cy="0"/>
          </a:xfrm>
          <a:prstGeom prst="line">
            <a:avLst/>
          </a:prstGeom>
          <a:noFill/>
          <a:ln w="19050">
            <a:solidFill>
              <a:srgbClr val="B897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999232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EA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30 minutos te mostramos la plataforma funcionando y respondemos todas tus preguntas — sin compromiso.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3931920"/>
            <a:ext cx="4206240" cy="749808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93192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Agendar reunión con SoySocio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94960" y="4114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Francisco Mattos &amp; Mathías Revetria  ·  soysocio.uy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SoySocio — Propuesta Comercial</dc:title>
  <dc:subject>PptxGenJS Presentation</dc:subject>
  <dc:creator>SoySocio</dc:creator>
  <cp:lastModifiedBy>SoySocio</cp:lastModifiedBy>
  <cp:revision>1</cp:revision>
  <dcterms:created xsi:type="dcterms:W3CDTF">2026-06-08T18:44:44Z</dcterms:created>
  <dcterms:modified xsi:type="dcterms:W3CDTF">2026-06-08T18:44:44Z</dcterms:modified>
</cp:coreProperties>
</file>